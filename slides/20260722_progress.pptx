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L12(random併記: 「指定に従っているか」が見える)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63731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 randomでは編集しない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誤指定でも編集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randomとの差 ≈0.02-0.03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差 ≈0.01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(参考)無介入の床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*書き換え枠のraw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・true−random(正味の介入効果)では: 提案 0.128/0.094 ≧ prompting 0.092/0.165 で消す方向は提案が上回る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・promptingのtrueの高さの一部は「指示なら何でも編集する」性質(random 0.088)による — 介入としての特異性がない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・FIC(特徴が本当に動いたかのgpt-4o判定、L12): 消す方向 提案0.94 ≫ prompting 0.42 / steer 0.15 / LinguaLens準拠 0.08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 prompting 0.49 &gt; 提案 0.31 ≫ steer −0.00 / LinguaLens準拠 −0.07 — 因果効果の軸では提案が最有力の介入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L4・L20(random併記)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(参考)無介入の床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0.120*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・AxBench準拠・LinguaLens準拠はどの層でもtrue≈random(=正味の効果ほぼなし)。1〜3個の番号選び+固定強度では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「特定の文の特定の箇所だけ直し他を保存する」精密編集を駆動できない(考察は04§9f)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・L20は全介入が弱い(提案0.036-0.048)— 深層は編集余地そのものが小さい(oracle時代から一貫)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0.85と全層で最良。*床=書き換え枠raw(復唱枠の床はcopy≈0)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0.25 / −0.06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0.15 / −0.00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0.84 / 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L20以外は弱い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 — exactの差(1〜2割)より桁違いに大きい因果効果差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L20の足す方向 0.03(steer 0.21に劣る)— 深層amp 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・※steerは較正前記録による暫定値(較正済み記録の再判定を実行中)。promptingはexact同様「誤指定でも動く」ため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この表の値は正しい指定時のもの — 特異性の弱さはFICの定義上すでに減点済み(それでも足す方向は最良)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