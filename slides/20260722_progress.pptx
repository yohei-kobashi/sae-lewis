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概念操舵(steering)の大規模ベンチマークで、既存のSAE介入(特徴を選んで加算)は「指示文で頼むだけのprompting」に勝てない、と報告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86000"/>
            <a:ext cx="1600200" cy="105156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最小対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(同定プール)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特徴fの例文ペア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011680" y="2807208"/>
            <a:ext cx="502920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514600" y="2286000"/>
            <a:ext cx="1417320" cy="105156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SAE</a:t>
            </a:r>
          </a:p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(凍結)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31920" y="2807208"/>
            <a:ext cx="502920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434840" y="2286000"/>
            <a:ext cx="1828800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feature spec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強める/弱める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活性の平均リスト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63640" y="2807208"/>
            <a:ext cx="502920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66560" y="2286000"/>
            <a:ext cx="1737360" cy="105156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編集器 editor</a:t>
            </a:r>
          </a:p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(学習・EF基盤)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03920" y="2807208"/>
            <a:ext cx="502920" cy="0"/>
          </a:xfrm>
          <a:prstGeom prst="line">
            <a:avLst/>
          </a:prstGeom>
          <a:ln w="27940">
            <a:solidFill>
              <a:srgbClr val="0E7C6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06840" y="2286000"/>
            <a:ext cx="2468880" cy="105156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凍結LM 層Lの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residual streamに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Δhを加算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901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+Δh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241280" y="3337560"/>
            <a:ext cx="0" cy="50292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0" y="3886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2272E"/>
                </a:solidFill>
                <a:latin typeface="Meiryo"/>
              </a:rPr>
              <a:t>編集後の文(凍結LMが生成)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49240" y="3337560"/>
            <a:ext cx="4251960" cy="1005840"/>
          </a:xfrm>
          <a:prstGeom prst="line">
            <a:avLst/>
          </a:prstGeom>
          <a:ln w="27940">
            <a:prstDash val="dash"/>
            <a:solidFill>
              <a:srgbClr val="8A92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46320" y="4434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29E"/>
                </a:solidFill>
                <a:latin typeface="Meiryo"/>
              </a:rPr>
              <a:t>LinguaLens: 編集器を通さず活性値を直接書き換え(0/10に固定)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11430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ポイント: スペックは特徴ごとに事前に用意(同定プールの平均)— 評価する文からは作らない。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編集器は「どこを・どれだけ直すか」を文とスペックから自分で決める。テキストは凍結LM自身が出す。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651760" cy="192024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① LLM2Vec学習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Gemma-2-2Bを双方向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エンコーダ化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108960" y="2468880"/>
            <a:ext cx="292608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429000" y="1554480"/>
            <a:ext cx="3108960" cy="192024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② 合成データ作成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きれいな文をわざと壊す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個数=幾何分布/種類=重み付き抽選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場所=削除は壊れにくい語優先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①のモデルで自然さを採点し選別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37960" y="2468880"/>
            <a:ext cx="292608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0" y="1554480"/>
            <a:ext cx="2651760" cy="192024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③ EF基盤の学習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壊れた文→元の文へ戻す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編集操作(挿入/削除/置換)を学習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509760" y="2468880"/>
            <a:ext cx="292608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829800" y="1554480"/>
            <a:ext cx="2651760" cy="192024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④ 最終編集器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出力をΔhに付け替え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凍結LM越しの損失で学習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(スペック誤り時は「編集しない」も教師)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319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学習にLinguaLens-Dataは一切使わない(ゼロショット転移)。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壊し方の3要素(いくつ・どの種類・どこ)を確率的に決め、多様な編集パターンを網羅。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スペックは壊す前後の文のSAE差分から自動で作る — 人手ラベル不要。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合成データのみ(コーパスの文を確率的に壊す→直す)。LinguaLens-Dataは不使用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steer(同スペック加算)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3手法の違い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2926080"/>
                <a:gridCol w="2926080"/>
              </a:tblGrid>
              <a:tr h="56170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使う統計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最小対のSAE差分(z_tgt−z_src)の平均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発火したかの二値統計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(PS/PNの調和平均=FRC)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活性の大きさとラベルの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判別力(AUROC)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選ぶ本数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上位64本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上位3本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上位1本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値の扱い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符号つきの大きさを保持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(足す/消すを同時指定)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捨てる(固定値10/0に上書き)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max_act×係数で加算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測る場所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編集される箇所だけ(局所)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文中のどこでも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文全体の最大値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選び方の型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平均(全ペアの合意)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最大値の勝者総取り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最大値の勝者総取り</a:t>
                      </a:r>
                    </a:p>
                  </a:txBody>
                  <a:tcPr/>
                </a:tc>
              </a:tr>
              <a:tr h="561708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安定性(実測)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データ半分でもspecほぼ同じ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(類似度0.83)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半分で1位の6割が入れ替わる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同左(勝者総取りの宿命)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ポイント: 上位近くにはほぼ同点の活性が多数あり(SAEのfeature分裂)、最大値で選ぶと「どれが選ばれるか」がデータ次第で入れ替わる。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提案手法は平均で同点クラスタ全体を取り込むため安定 — かつ大きさ・符号を保持するので、編集器が「どれをどれだけ動かすか」を読める。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881360" cy="15544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true(正しい特徴名): Rewrite the input sentence to remove any {特徴名: 例 superlative}.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random(無関係な特徴名): Rewrite the input sentence to remove any {別の特徴名}. …(特異性の検算用)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empty(特徴名なし): Rewrite the input sentence.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※ この後に Input: {src文} を付けてチャット形式で入力。amp方向は remove → add に変わるだけ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実験結果(exact・進行中 — 本日朝時点)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0.024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(random統制: 提案)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・提案手法はsteer(同スペック)に6セル中5セルで勝つ(例外: L4 sup)。ampは全層で提案手法が最良の介入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・promptingはexactでは最強だが、randomスペックでも0.06-0.09編集する(特異性がない)。提案手法のrandomは≈0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・FIC(L12・判定済み): 消す方向 提案0.94 / steer 0.15 / prompting 0.42 — 介入としての因果効果は提案手法が圧倒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足す方向は prompting 0.49 / 提案 0.31 / steer −0.00。他層は判定進行中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・* LinguaLens準拠のampは修正版の暫定値(書き換え枠の床0.120と同水準=効果ほぼなし)。計測中セルは本日中に確定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