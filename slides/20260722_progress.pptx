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各最小対は「特徴を消す(ablation)」「特徴を足す(enhancement)」の両方向で評価できる(逆向き変換)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「この文を復唱せよ」というプロンプト下で介入し、出力が正解文(最小対のもう片方)と完全一致した率。編集の精密さを測る。生成はgreedy — 厳格な復唱が前提のためで、温度を上げると復唱自体が崩れる(実測: temp1.0でexact約半減)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方向2分類(enhancement=足す / ablation=消す — LinguaLensの用語に準拠)×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LinguaLens準拠・AxBench準拠(書き換え枠): 中立の書き換え指示(特徴情報なし — 介入だけが偏らせる)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4612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先行2手法の介入は「自由生成を偏らせる」設計のため、コピー事前の強い復唱枠では不当に不利 — 書き換え枠が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彼らの原設定の最近傍移植。prompting腕のみ指示へ特徴名を入れる(「〜を足して/消して書き換えよ」)。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5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5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L12(プロンプト枠ごとに表を分離、random併記)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復唱枠(無介入=コピー、床0 — 編集情報は介入だけが運ぶ)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ablation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enhancement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◎ 誤specでは編集しない(copy 0.95)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○ 誤specは文を乱すが正解に一致せず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書き換え枠(無介入でも自発編集 — randomが床相当になるのは介入が不活性なため)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ablation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enhancement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備考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prompting(特徴名入り指示)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randomでも編集=特異性なし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random≈床(recon)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指示だけの自発編集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・枠が違う表同士の生の数値比較は不可 — 各行は「true − 自分のrandom(床)」で読む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・正味: 提案 0.128/0.094、prompting 0.092/0.165、AxB準拠 0.018/0.028、LL準拠 0.006/0.012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・FIC(gpt-4o因果判定、L12): 消す方向 提案0.94 ≫ steer 0.76 / prompting 0.42 / LL準拠 0.08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足す方向 prompting 0.49 &gt; steer 0.35 &gt; 提案 0.31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L4・L20(true / random、枠ごとに分離)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enh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enh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enh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enh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enhancement 0.172(random 0.032)は全介入手法の最高値。L4 ablationのみ同スペックsteerが上回る(0.108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・AxBench準拠・LinguaLens準拠はどの層でもtrue≈random(正味の効果ほぼなし)— 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精密編集を駆動できない(考察は04§9f)。L20は全介入が弱い(深層は編集余地が小さい)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FICの計算方法(平易版)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手順① 2つの生成を用意する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同じ入力文から「介入あり」と「介入なし(復唱だけ)」の2つの生成を作る。違いは介入の有無だけ — 差が出れば介入のせいと言える。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手順② GPT-4oが見比べる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7860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2つの文を見せて「対象の特徴(例: 過去形)がより多いのはどちらか? MORE / LESS / SAME で答えよ」と聞く。どちらが介入ありかは伏せ、提示順もランダム化(当てずっぽう・位置バイアス対策)。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55263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手順③ 割合を2つ数える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59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PT = 正しいspecで狙い通りに動いた割合(消す方向ならLESS判定の率)。PB = でたらめ(random)specで同じことが起きた割合 — 「介入の中身と無関係に起きる分」の基準線。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34255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手順④ スコア = (PT − PB) / PT   ※足す方向は (PT − PB) / (1 − PB)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3659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「観測された効果のうち、正しい指定に起因する部分の割合」。0 = でたらめspecと変わらない(特異性なし)、1 = 効果が全てspec由来。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58967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例(提案手法・L12・消す方向): PT=39%、PB=2% → (0.39−0.02)/0.39 = 0.94。「94%のペアで成功」ではなく「除去効果のほぼ全てが正しいspecに起因する」という特異性の値。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式はLinguaLens公式(App. E.2)そのまま。負値はw=0.5のペナルティで算入、両方向が揃うfeatureは調和平均がFIC。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手法(ablation/enhancement)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ablationはefに次ぐ、enhancementはL12/L20でef超え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enhancementはL12/L20で同スペックsteerに劣る(0.31 vs 0.35 / 0.03 vs 0.17)— 深層のenhancementが改善対象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FIC成功の中身 — 「exactではないがFICで正解」の実例と検証(L12 sup)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まずFICの読み方: 提案の0.94は「94%成功」ではない。true specで特徴が消えた率PT=39%、random specでは2% — (PT−PB)/PT=0.94 は「効果のほぼ全てが正しいspecに起因する」という特異性の値。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7C66"/>
                </a:solidFill>
                <a:latin typeface="Meiryo"/>
              </a:rPr>
              <a:t>提案手法: 成功195件 = exact 63 + 言い換え132(壊れ文2%・コピー0)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669280" cy="2377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He wanted to slowly walk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wanted to walk slowly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(不定詞分割は解消 — 正解と副詞位置が違うだけ)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The songs are popular.(複数を消す課題)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tgt: The song are popular.(正解の対事実は非文)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The song is popular.(文法的な正しい編集)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Stand up. → out: You should stand up.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(命令文は解消 — 正解 You are required to… と別表現)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E6E8C"/>
                </a:solidFill>
                <a:latin typeface="Meiryo"/>
              </a:rPr>
              <a:t>steer: 成功225件のうち壊れ文19%(要割引)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349240" cy="1234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May May Interject the mobile app needs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rowspan rowspan rowspan rowspan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(文を壊せば特徴も消える — LESS判定で加点)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A929E"/>
                </a:solidFill>
                <a:latin typeface="Meiryo"/>
              </a:rPr>
              <a:t>prompting: 壊れ文1%だが過剰編集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349240" cy="8686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…the most respectful student…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is a respectful student here.(冠詞まで変更)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検証(非exact成功の品質): 提案 = 壊れ文2%・対正解類似0.57・コピー起因0件 — 高FICは「文を壊して消す」得点ではなく、流暢な言い換えによる本物の特徴除去。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steerの0.76は壊れ文19%を含み割引が必要(本文に明記)。promptingは流暢だが指定外も変える(exact低の主因)。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