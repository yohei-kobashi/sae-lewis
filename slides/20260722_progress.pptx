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扱うタスク: </a:t>
            </a:r>
            <a:r>
              <a:rPr sz="1800">
                <a:solidFill>
                  <a:srgbClr val="22272E"/>
                </a:solidFill>
                <a:latin typeface="Meiryo"/>
              </a:rPr>
              <a:t>500概念(Gemma-2 2B/9B)を対象にした2つのベンチマーク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① 概念の検出 — モデル内部の活性から「テキストにその概念が含まれるか」を当てる(AUROC評価)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② 概念の誘導(steering) — 一般の指示への応答に目標概念を混ぜ込ませる(手法はベクトル注入・prompting・fine-tuning等)。gpt-4o-miniが「概念が入ったか・指示に答えているか・流暢か」の3観点で採点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誘導タスクで、既存のSAEベクトル注入(特徴を選んで加算)は「指示文で頼むだけのprompting」に勝てない、と報告(検出は得意でも誘導は別能力)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先行研究④ LLM2Vec (BehnamGhader+ 2024) — 編集器の本体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何をする手法か: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生成用のLLM(デコーダ型)を、文を「読む」ための高性能エンコーダに作り変えるレシピ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なぜ必要か: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生成用LLMの注意は「自分より前の単語」しか見えない(因果注意)。しかし編集の判断には文全体 — 特に後ろの文脈 — が必要(例:「The key are…」のareを直すには後ろまで読む必要がある)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3つのステップ(平易に): </a:t>
            </a:r>
            <a:r>
              <a:rPr sz="1700">
                <a:solidFill>
                  <a:srgbClr val="22272E"/>
                </a:solidFill>
                <a:latin typeface="Meiryo"/>
              </a:rPr>
              <a:t/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① 注意を双方向化 — 後ろの単語も見られるようにスイッチを切り替える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② マスク語当てで慣らす — 文中の単語を隠して当てる練習をさせ、双方向の読み方に適応させる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③ 文埋め込みの対比学習 — 同じ文同士を近く、違う文を遠くに配置(SimCSE)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本研究での役割: </a:t>
            </a:r>
            <a:r>
              <a:rPr sz="1700">
                <a:solidFill>
                  <a:srgbClr val="22272E"/>
                </a:solidFill>
                <a:latin typeface="Meiryo"/>
              </a:rPr>
              <a:t>編集器の本体 = Gemma-2-2BのLLM2Vec化。凍結LM・SAEと同じモデル系列なので内部表現の相性が良い。さらに合成データ作成時の「文の自然さ採点」にも同じエンコーダを利用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pic>
        <p:nvPicPr>
          <p:cNvPr id="4" name="Picture 3" descr="fig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024128"/>
            <a:ext cx="8412480" cy="5237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スペックは特徴ごとに同定プールの平均から事前に用意 — 評価する文からは作らない。編集器は「どこを・どれだけ直すか」を文とスペックから自分で決め、テキストは凍結LM自身が出す。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pic>
        <p:nvPicPr>
          <p:cNvPr id="4" name="Picture 3" descr="fig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601200" cy="52370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55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元コーパスはDolma v1.6サンプル(AllenAI)。学習にLinguaLens-Dataは一切使わない(ゼロショット転移)。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Dolma v1.6サンプル(AllenAI公開の英語大規模コーパス)の文を確率的に壊して作った合成データ。LinguaLens-Dataは不使用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参考 — AxBenchの分割(公式repo確認): </a:t>
            </a:r>
            <a:r>
              <a:rPr sz="1800">
                <a:solidFill>
                  <a:srgbClr val="22272E"/>
                </a:solidFill>
                <a:latin typeface="Meiryo"/>
              </a:rPr>
              <a:t>同定(活性選択)は概念ごとのラベル付き例文(正36/負36)、評価入力は別ソース(AlpacaEvalの命令10本/概念)。さらにその10本を半分に割り、5本で介入強度を選び残り5本で採点 — 同定/評価/強度選択の3分離を実施。我々の分割はこの流儀に揃えた形(LinguaLensのみ分離なし)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各最小対は「特徴を消す(sup)」「特徴を足す(amp)」の両方向で評価できる(逆向き変換)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方向2分類(amp=足す / sup=消す)×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56616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prompting腕のみ例外的に指示へ特徴名を入れる(「〜を足して/消して書き換えよ」)。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ベクトル注入 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AxBench準拠ベクトル注入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介入の強さ(スケール/係数)は各手法とも、評価500ペアに触れない開発用サンプル(同定プール内)で較正。以降の表の「steer」=ベクトル注入の略記。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介入するactivationsの選び方 — 3手法は3つの手順で分かれる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手順① 例文のどこで活性を測るか — 全手法「いちばん強く光った値」(max)を拾う。違いは範囲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同定ペアの編集された箇所だけ(答え合わせできるオフライン処理。話題語などの無関係な活性を混ぜない)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文のどこでもよい(しかも「光ったか否か」の2値に落とす)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文全体でいちばん強い値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手順② 約45〜50ペア分をどうまとめるか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8152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「壊す前後で活性がどう変わったか」の差を、向き(増/減)と大きさごと平均 → 1本の平均ベクトルにする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「現象あり文で光り、なし文で光らなかったペアの割合」を数える(PS/PN → FRC点)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「現象あり/なしをどれだけ見分けられたか」を採点(AUROC点)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手順③ まとめた結果をどう介入に使うか — ここが最大の分かれ目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7316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平均ベクトルの上位64個を大きさ・向きごと編集器に渡す(点数レースをしない)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点数上位3個の「番号」だけ選び、値は10/0に固定(点数も大きさも捨てる)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点数1位の「番号」だけ選び、強さは係数で別途調整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上位には点数がほぼ同じ活性が多数ある(SAEの特徴分裂)ため、「上位1〜3個を選ぶ」方式はデータが半分変わると選ばれる活性の4割超が入れ替わる。平均ベクトルを丸ごと使う提案手法は安定(半分でも類似度0.83)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比較対象の詳細 — prompting(介入なしの天井)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同じ凍結LM(gemma-2-2b-it)に、指示文だけで編集させる。SAEも介入も使わない「言葉で頼む」やり方の上限を測る腕。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実際のプロンプト(sup方向の例、greedy生成):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1284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7C66"/>
                </a:solidFill>
                <a:latin typeface="Meiryo"/>
              </a:rPr>
              <a:t>true(正しい特徴名)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2176272"/>
            <a:ext cx="7863840" cy="50292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Rewrite the input sentence to remove any {特徴名: 例 superlative}. Output only the rewritten sentence.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52928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E6E8C"/>
                </a:solidFill>
                <a:latin typeface="Meiryo"/>
              </a:rPr>
              <a:t>random(無関係な特徴名)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5E6E8C"/>
                </a:solidFill>
                <a:latin typeface="Meiryo"/>
              </a:rPr>
              <a:t>= 特異性の検算用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2816352"/>
            <a:ext cx="7863840" cy="50292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Rewrite the input sentence to remove any {別の特徴名: 例 metaphor}. Output only the rewritten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9300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29E"/>
                </a:solidFill>
                <a:latin typeface="Meiryo"/>
              </a:rPr>
              <a:t>empty(特徴名なし)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3456432"/>
            <a:ext cx="7863840" cy="50292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8A92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Rewrite the input sentence. Output only the rewritten sentence.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A6472"/>
                </a:solidFill>
                <a:latin typeface="Meiryo"/>
              </a:rPr>
              <a:t>※ いずれも後ろに Input: {src文} を付けてチャット形式で入力。amp方向は remove → add に変わるだけ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500" b="1">
                <a:solidFill>
                  <a:srgbClr val="0E7C66"/>
                </a:solidFill>
                <a:latin typeface="Meiryo"/>
              </a:rPr>
              <a:t>randomの意味: </a:t>
            </a:r>
            <a:r>
              <a:rPr sz="1500">
                <a:solidFill>
                  <a:srgbClr val="22272E"/>
                </a:solidFill>
                <a:latin typeface="Meiryo"/>
              </a:rPr>
              <a:t>無関係な特徴名で同じ指示をしたときに編集が出るか = 「指定に従っているか」の検算。ここで編集してしまうのがpromptingの弱点(失敗例スライド)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500" b="1">
                <a:solidFill>
                  <a:srgbClr val="0E7C66"/>
                </a:solidFill>
                <a:latin typeface="Meiryo"/>
              </a:rPr>
              <a:t>参考(付録): </a:t>
            </a:r>
            <a:r>
              <a:rPr sz="1500">
                <a:solidFill>
                  <a:srgbClr val="22272E"/>
                </a:solidFill>
                <a:latin typeface="Meiryo"/>
              </a:rPr>
              <a:t>AxBenchの字義通りの移植 — gpt-4o-miniに生成させた長い操舵文(例:「回答には能動的な動詞の概念を織り込み…」)を前置する方式も試したが、編集タスクにはほぼ転移しなかった(exact 0.006)。上の「編集向けの自然な指示」に直した版(0.180)を本命の比較対象としている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1/2 — L12(random併記: 「指定に従っているか」が見える)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111556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4724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sup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sup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amp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amp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特異性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◎ randomでは編集しない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◎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誤指定でも編集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randomとの差 ≈0.02-0.03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差 ≈0.01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・true−random(正味の介入効果)では: 提案 0.128/0.094 ≧ prompting 0.092/0.165 で消す方向は提案が上回る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・promptingのtrueの高さの一部は「指示なら何でも編集する」性質(random 0.088)による — 介入としての特異性がない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・FIC(特徴が本当に動いたかのgpt-4o判定、L12): 消す方向 提案0.94 ≫ steer 0.76 / prompting 0.42 / LinguaLens準拠 0.08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  足す方向 prompting 0.49 &gt; steer 0.35 &gt; 提案 0.31 ≫ LinguaLens準拠 −0.07 — 消す方向の因果効果では提案が圧倒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2/2 — L4・L20(random併記)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43000"/>
          <a:ext cx="1115568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4958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手法(true/random)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449580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0.172 / 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0.036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0.030</a:t>
                      </a:r>
                    </a:p>
                  </a:txBody>
                  <a:tcPr/>
                </a:tc>
              </a:tr>
              <a:tr h="449580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0.074 / 0.006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0.020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0.024 / 0.002</a:t>
                      </a:r>
                    </a:p>
                  </a:txBody>
                  <a:tcPr/>
                </a:tc>
              </a:tr>
              <a:tr h="449580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</a:tr>
              <a:tr h="449580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0.076 / 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0.132 / 0.112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0.056 / 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0.110 / 0.118</a:t>
                      </a:r>
                    </a:p>
                  </a:txBody>
                  <a:tcPr/>
                </a:tc>
              </a:tr>
              <a:tr h="449580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0.046 / 0.030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0.070 / 0.042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0.108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62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・提案のL4 amp 0.172(random 0.032)は全介入手法の最高値。L4 supのみ同スペックsteerが上回る(0.108 vs 0.086)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・AxBench準拠・LinguaLens準拠はどの層でもtrue≈random(=正味の効果ほぼなし)。1〜3個の番号選び+固定強度では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「特定の文の特定の箇所だけ直し他を保存する」精密編集を駆動できない(考察は04§9f)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・L20は全介入が弱い(提案0.036-0.048)— 深層は編集余地そのものが小さい(oracle時代から一貫)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・FIC 消す方向: 提案はL4 0.85 / L20 0.85と全層で最良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3/3 — FIC(特徴が本当に動いたか、gpt-4o判定)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介入ありの生成を無介入と比べ、対象特徴が「より少ない(消す方向)/より多い(足す方向)」と判定された正味の割合。介入の因果効果を直接測る、本研究の主眼の指標。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8308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31074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手法(消す/足す)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まとめ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0.94 / 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消す方向は全層最良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0.41 / 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0.76 / 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0.77 /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supはefに次ぐ、ampはL12/L20でef超え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足す方向の最良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−0.05 / −0.04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全セルほぼゼロ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追って判定</a:t>
                      </a:r>
                    </a:p>
                  </a:txBody>
                  <a:tcPr/>
                </a:tc>
              </a:tr>
              <a:tr h="431076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・消す方向: 提案 0.85-0.94 で全層最良(較正済みsteer 0.41-0.77が次点)— exactの差より桁違いに大きい因果効果差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・LinguaLens準拠(彼らの介入そのもの)は全セルほぼゼロ — 「単発介入は力不足」という彼ら自身の課題認識を追認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・提案の弱点も明確: 足す方向はL12/L20で同スペックsteerに劣る(0.31 vs 0.35 / 0.03 vs 0.17)— 深層ampが改善対象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・promptingはexact同様「誤指定でも動く」が、FICの定義上その特異性の弱さは減点済み — それでも足す方向は最良0.49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失敗例 — promptingのFICはなぜ低いか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FICは「正しい指定のときだけ特徴が動くか」を測る(間違った指定でも動くと減点)。promptingは指示が間違っていても編集してしまうため、exactが高くてもFICが下がる。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prompting: 無関係な特徴の指示でも消してしまう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57784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is the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(頼んでいない最上級が消える=正解と同じ編集)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May I interject, the mobile app needs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The mobile app needs …(間投句が消える)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wanted to slowly walk through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wanted to leisurely explore …(大幅書換)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本手法: 正しいスペックでも編集が出ないことがある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39496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のまま(最上級を消せず)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A clock ticks without pause.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のまま(without pauseを削除できず)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Biologists studied green slime in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のまま(algaeへの語彙置換 —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 特徴平均のスペックでは単語の中身まで運べない)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まとめ: promptingの失敗=「効きすぎ」(指定に従わない編集 → 介入としての特異性がない)。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本手法の失敗=「効かなさすぎ」(発火不足・語彙固有の編集)。改善はToDo②のスペック較正と追加学習が対応。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