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63731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(参考)素のrewrite(無介入の床)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特徴情報なしの書き換えだけ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・プロンプト枠: 提案・steer=復唱枠(床copy≈0)/ LinguaLens準拠・AxBench準拠=書き換え枠(床=素のrewrite行)。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枠が違う行の直接比較は不可 — 各行は自分の枠の床・randomとの差で読む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prompting 0.42 / steer 0.15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提案 0.31 ≫ steer −0.00 / LinguaLens準拠 −0.07 — 因果効果の軸では提案が最有力の介入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(参考)素のrewrite(無介入の床)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・プロンプト枠: 提案・steer=復唱枠(床copy≈0)/ LL準拠・AxB準拠=書き換え枠(床=素のrewrite行)— 行間の直接比較不可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0.25 / −0.06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0.15 / −0.00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0.84 / 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L20以外は弱い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 — exactの差(1〜2割)より桁違いに大きい因果効果差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L20の足す方向 0.03(steer 0.21に劣る)— 深層amp 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・※steerは較正前記録による暫定値(較正済み記録の再判定を実行中)。promptingはexact同様「誤指定でも動く」ため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この表の値は正しい指定時のもの — 特異性の弱さはFICの定義上すでに減点済み(それでも足す方向は最良)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