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概念の誘導(steering) — 一般の指示への応答に目標概念を混ぜ込ませる(手法はベクトル注入・prompting・fine-tuning等)。gpt-4o-miniが「概念が入ったか・指示に答えているか・流暢か」の3観点で採点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誘導タスクで、既存のSAEベクトル注入(特徴を選んで加算)は「指示文で頼むだけのprompting」に勝てない、と報告(検出は得意でも誘導は別能力)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LinguaLens準拠・AxBench準拠(書き換え枠): 中立の書き換え指示(特徴情報なし — 介入だけが偏らせる)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46120"/>
            <a:ext cx="10424160" cy="548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80560"/>
            <a:ext cx="10424160" cy="548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57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先行2手法の介入は「自由生成を偏らせる」設計のため、コピー事前の強い復唱枠では不当に不利 — 書き換え枠が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彼らの原設定の最近傍移植。prompting腕のみ指示へ特徴名を入れる(「〜を足して/消して書き換えよ」)。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ベクトル注入 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介入の強さ(スケール/係数)は各手法とも、評価500ペアに触れない開発用サンプル(同定プール内)で較正。以降の表の「steer」=ベクトル注入の略記。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C66"/>
                </a:solidFill>
                <a:latin typeface="Meiryo"/>
              </a:rPr>
              <a:t>true(正しい特徴名)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17627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{特徴名: 例 superlative}.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5292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random(無関係な特徴名)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= 特異性の検算用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81635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{別の特徴名: 例 metaphor}. Output only the rewritten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930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29E"/>
                </a:solidFill>
                <a:latin typeface="Meiryo"/>
              </a:rPr>
              <a:t>empty(特徴名なし)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345643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A6472"/>
                </a:solidFill>
                <a:latin typeface="Meiryo"/>
              </a:rPr>
              <a:t>※ いずれも後ろに Input: {src文} を付けてチャット形式で入力。amp方向は remove → add に変わるだけ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5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5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L12(プロンプト枠ごとに表を分離、random併記)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7C66"/>
                </a:solidFill>
                <a:latin typeface="Meiryo"/>
              </a:rPr>
              <a:t>復唱枠(無介入=コピー、床0 — 編集情報は介入だけが運ぶ)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35607"/>
          <a:ext cx="11155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◎ 誤specでは編集しない(copy 0.95)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○ 誤specは文を乱すが正解に一致せず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7889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E6E8C"/>
                </a:solidFill>
                <a:latin typeface="Meiryo"/>
              </a:rPr>
              <a:t>書き換え枠(無介入でも自発編集 — randomが床相当になるのは介入が不活性なため)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72968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備考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prompting(特徴名入り指示)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randomでも編集=特異性なし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random≈床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LinguaLens準拠クランプ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random≈床(recon)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指示だけの自発編集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・枠が違う表同士の生の数値比較は不可 — 各行は「true − 自分のrandom(床)」で読む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・正味: 提案 0.128/0.094、prompting 0.092/0.165、AxB準拠 0.018/0.028、LL準拠 0.006/0.012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・FIC(gpt-4o因果判定、L12): 消す方向 提案0.94 ≫ steer 0.76 / prompting 0.42 / LL準拠 0.08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足す方向 prompting 0.49 &gt; steer 0.35 &gt; 提案 0.31 — 消す方向の因果効果では提案が圧倒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L4・L20(true / random、枠ごとに分離)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7C66"/>
                </a:solidFill>
                <a:latin typeface="Meiryo"/>
              </a:rPr>
              <a:t>復唱枠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35607"/>
          <a:ext cx="11155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7889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E6E8C"/>
                </a:solidFill>
                <a:latin typeface="Meiryo"/>
              </a:rPr>
              <a:t>書き換え枠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72968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LinguaLens準拠クランプ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・AxBench準拠・LinguaLens準拠はどの層でもtrue≈random(正味の効果ほぼなし)— 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精密編集を駆動できない(考察は04§9f)。L20は全介入が弱い(深層は編集余地が小さい)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手法(消す/足す)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0.41 /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0.76 /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0.77 /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supはefに次ぐ、ampはL12/L20でef超え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で全層最良(較正済みsteer 0.41-0.77が次点)— exactの差より桁違いに大きい因果効果差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足す方向はL12/L20で同スペックsteerに劣る(0.31 vs 0.35 / 0.03 vs 0.17)— 深層ampが改善対象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・promptingはexact同様「誤指定でも動く」が、FICの定義上その特異性の弱さは減点済み — それでも足す方向は最良0.49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FIC成功の中身 — 「exactではないがFICで正解」の実例と検証(L12 sup)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まずFICの読み方: 提案の0.94は「94%成功」ではない。true specで特徴が消えた率PT=39%、random specでは2% — (PT−PB)/PT=0.94 は「効果のほぼ全てが正しいspecに起因する」という特異性の値。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E7C66"/>
                </a:solidFill>
                <a:latin typeface="Meiryo"/>
              </a:rPr>
              <a:t>提案手法: 成功195件 = exact 63 + 言い換え132(壊れ文2%・コピー0)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669280" cy="23774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He wanted to slowly walk through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He wanted to walk slowly through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(不定詞分割は解消 — 正解と副詞位置が違うだけ)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The songs are popular.(複数を消す課題)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tgt: The song are popular.(正解の対事実は非文)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The song is popular.(文法的な正しい編集)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Stand up. → out: You should stand up.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(命令文は解消 — 正解 You are required to… と別表現)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E6E8C"/>
                </a:solidFill>
                <a:latin typeface="Meiryo"/>
              </a:rPr>
              <a:t>steer: 成功225件のうち壊れ文19%(要割引)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86000"/>
            <a:ext cx="5349240" cy="12344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May May Interject the mobile app needs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rowspan rowspan rowspan rowspan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(文を壊せば特徴も消える — LESS判定で加点)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8A929E"/>
                </a:solidFill>
                <a:latin typeface="Meiryo"/>
              </a:rPr>
              <a:t>prompting: 壊れ文1%だが過剰編集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69080"/>
            <a:ext cx="5349240" cy="8686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…the most respectful student…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He is a respectful student here.(冠詞まで変更)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検証(非exact成功の品質): 提案 = 壊れ文2%・対正解類似0.57・コピー起因0件 — 高FICは「文を壊して消す」得点ではなく、流暢な言い換えによる本物の特徴除去。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steerの0.76は壊れ文19%を含み割引が必要(本文に明記)。promptingは流暢だが指定外も変える(exact低の主因)。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