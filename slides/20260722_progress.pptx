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概念の誘導(steering) — 一般の指示への応答に目標概念を混ぜ込ませる(手法はベクトル注入・prompting・fine-tuning等)。gpt-4o-miniが「概念が入ったか・指示に答えているか・流暢か」の3観点で採点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誘導タスクで、既存のSAEベクトル注入(特徴を選んで加算)は「指示文で頼むだけのprompting」に勝てない、と報告(検出は得意でも誘導は別能力)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ベクトル注入 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介入の強さ(スケール/係数)は各手法とも、評価500ペアに触れない開発用サンプル(同定プール内)で較正。以降の表の「steer」=ベクトル注入の略記。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L12(random併記: 「指定に従っているか」が見える)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463731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 randomでは編集しない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誤指定でも編集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randomとの差 ≈0.02-0.03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差 ≈0.01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(参考)素のrewrite(無介入の床)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特徴情報なしの書き換えだけ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・プロンプト枠: 提案・steer=復唱枠(床copy≈0)/ LinguaLens準拠・AxBench準拠=書き換え枠(床=素のrewrite行)。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枠が違う行の直接比較は不可 — 各行は自分の枠の床・randomとの差で読む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・true−random(正味の介入効果)では: 提案 0.128/0.094 ≧ prompting 0.092/0.165 で消す方向は提案が上回る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・promptingのtrueの高さの一部は「指示なら何でも編集する」性質(random 0.088)による — 介入としての特異性がない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・FIC(特徴が本当に動いたかのgpt-4o判定、L12): 消す方向 提案0.94 ≫ steer 0.76 / prompting 0.42 / LinguaLens準拠 0.08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 prompting 0.49 &gt; steer 0.35 &gt; 提案 0.31 ≫ LinguaLens準拠 −0.07 — 消す方向の因果効果では提案が圧倒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L4・L20(random併記)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(参考)素のrewrite(無介入の床)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・AxBench準拠・LinguaLens準拠はどの層でもtrue≈random(=正味の効果ほぼなし)。1〜3個の番号選び+固定強度では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「特定の文の特定の箇所だけ直し他を保存する」精密編集を駆動できない(考察は04§9f)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・L20は全介入が弱い(提案0.036-0.048)— 深層は編集余地そのものが小さい(oracle時代から一貫)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・プロンプト枠: 提案・steer=復唱枠(床copy≈0)/ LL準拠・AxB準拠=書き換え枠(床=素のrewrite行)— 行間の直接比較不可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手法(消す/足す)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0.41 /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0.76 /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0.77 /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supはefに次ぐ、ampはL12/L20でef超え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で全層最良(較正済みsteer 0.41-0.77が次点)— exactの差より桁違いに大きい因果効果差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足す方向はL12/L20で同スペックsteerに劣る(0.31 vs 0.35 / 0.03 vs 0.17)— 深層ampが改善対象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・promptingはexact同様「誤指定でも動く」が、FICの定義上その特異性の弱さは減点済み — それでも足す方向は最良0.49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