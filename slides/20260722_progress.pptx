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0.108*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amp書き換え枠の素の床は0.120。LinguaLens準拠ampは全層で床相当=効果なし。AxBench準拠ampはL12のみ床+0.03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