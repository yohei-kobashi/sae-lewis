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86000"/>
            <a:ext cx="160020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最小対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(同定プール)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特徴fの例文ペア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1168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514600" y="2286000"/>
            <a:ext cx="141732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SAE</a:t>
            </a:r>
          </a:p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(凍結)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3192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434840" y="2286000"/>
            <a:ext cx="1828800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feature spec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強める/弱める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活性の平均リスト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6364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66560" y="2286000"/>
            <a:ext cx="1737360" cy="105156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編集器 editor</a:t>
            </a:r>
          </a:p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(学習・EF基盤)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3920" y="2807208"/>
            <a:ext cx="502920" cy="0"/>
          </a:xfrm>
          <a:prstGeom prst="line">
            <a:avLst/>
          </a:prstGeom>
          <a:ln w="27940">
            <a:solidFill>
              <a:srgbClr val="0E7C6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06840" y="2286000"/>
            <a:ext cx="246888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凍結LM 層Lの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residual streamに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Δhを加算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901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+Δh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241280" y="3337560"/>
            <a:ext cx="0" cy="50292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2272E"/>
                </a:solidFill>
                <a:latin typeface="Meiryo"/>
              </a:rPr>
              <a:t>編集後の文(凍結LMが生成)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3337560"/>
            <a:ext cx="4251960" cy="1005840"/>
          </a:xfrm>
          <a:prstGeom prst="line">
            <a:avLst/>
          </a:prstGeom>
          <a:ln w="27940">
            <a:prstDash val="dash"/>
            <a:solidFill>
              <a:srgbClr val="8A92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0" y="4434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29E"/>
                </a:solidFill>
                <a:latin typeface="Meiryo"/>
              </a:rPr>
              <a:t>LinguaLens: 編集器を通さず活性値を直接書き換え(0/10に固定)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11430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ポイント: スペックは特徴ごとに事前に用意(同定プールの平均)— 評価する文からは作らない。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編集器は「どこを・どれだけ直すか」を文とスペックから自分で決める。テキストは凍結LM自身が出す。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① LLM2Vec学習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Gemma-2-2Bを双方向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エンコーダ化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089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429000" y="1554480"/>
            <a:ext cx="3108960" cy="192024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② 合成データ作成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きれいな文をわざと壊す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個数=幾何分布/種類=重み付き抽選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場所=削除は壊れにくい語優先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①のモデルで自然さを採点し選別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379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③ EF基盤の学習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壊れた文→元の文へ戻す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編集操作(挿入/削除/置換)を学習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5097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8298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④ 最終編集器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出力をΔhに付け替え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凍結LM越しの損失で学習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(スペック誤り時は「編集しない」も教師)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319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学習にLinguaLens-Dataは一切使わない(ゼロショット転移)。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壊し方の3要素(いくつ・どの種類・どこ)を確率的に決め、多様な編集パターンを網羅。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スペックは壊す前後の文のSAE差分から自動で作る — 人手ラベル不要。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合成データのみ(コーパスの文を確率的に壊す→直す)。LinguaLens-Dataは不使用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実験結果(exact・進行中 — 本日朝時点)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0.024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(random統制: 提案)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・提案手法はsteer(同スペック)に6セル中5セルで勝つ(例外: L4 sup)。ampは全層で提案手法が最良の介入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・promptingはexactでは最強だが、randomスペックでも0.06-0.09編集する(特異性がない)。提案手法のrandomは≈0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・FIC(L12・判定済み): 消す方向 提案0.94 / steer 0.15 / prompting 0.42 — 介入としての因果効果は提案手法が圧倒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足す方向は prompting 0.49 / 提案 0.31 / steer −0.00。他層は判定進行中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・* LinguaLens準拠のampは修正版の暫定値(書き換え枠の床0.120と同水準=効果ほぼなし)。計測中セルは本日中に確定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