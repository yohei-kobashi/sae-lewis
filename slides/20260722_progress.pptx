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6616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steer 0.76 / prompting 0.42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steer 0.35 &gt; 提案 0.31 ≫ LinguaLens準拠 −0.07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958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