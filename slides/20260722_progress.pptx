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概念操舵(steering)の大規模ベンチマークで、既存のSAE介入(特徴を選んで加算)は「指示文で頼むだけのprompting」に勝てない、と報告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steer(同スペック加算)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2926080"/>
                <a:gridCol w="2926080"/>
              </a:tblGrid>
              <a:tr h="56170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使う統計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最小対のSAE差分(z_tgt−z_src)の平均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発火したかの二値統計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(PS/PNの調和平均=FRC)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活性の大きさとラベルの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判別力(AUROC)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選ぶ本数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上位64本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上位3本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上位1本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値の扱い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符号つきの大きさを保持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(足す/消すを同時指定)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捨てる(固定値10/0に上書き)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max_act×係数で加算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測る場所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編集される箇所だけ(局所)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文中のどこでも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文全体の最大値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選び方の型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平均(全ペアの合意)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最大値の勝者総取り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最大値の勝者総取り</a:t>
                      </a:r>
                    </a:p>
                  </a:txBody>
                  <a:tcPr/>
                </a:tc>
              </a:tr>
              <a:tr h="561708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安定性(実測)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データ半分でもspecほぼ同じ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(類似度0.83)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半分で1位の6割が入れ替わる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同左(勝者総取りの宿命)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ポイント: 上位近くにはほぼ同点の活性が多数あり(SAEのfeature分裂)、最大値で選ぶと「どれが選ばれるか」がデータ次第で入れ替わる。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提案手法は平均で同点クラスタ全体を取り込むため安定 — かつ大きさ・符号を保持するので、編集器が「どれをどれだけ動かすか」を読める。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実験結果(exact・進行中 — 本日朝時点)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0.024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0.108*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0.110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(random統制: 提案)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・提案手法はsteer(同スペック)に6セル中5セルで勝つ(例外: L4 sup)。ampは全層で提案手法が最良の介入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・promptingはexactでは最強だが、randomスペックでも0.06-0.09編集する(特異性がない)。提案手法のrandomは≈0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・FIC(L12・判定済み): 消す方向 提案0.94 / steer 0.15 / prompting 0.42 — 介入としての因果効果は提案手法が圧倒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足す方向は prompting 0.49 / 提案 0.31 / steer −0.00。他層は判定進行中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・* amp書き換え枠の素の床は0.120。LinguaLens準拠ampは全層で床相当=効果なし。AxBench準拠ampはL12のみ床+0.03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