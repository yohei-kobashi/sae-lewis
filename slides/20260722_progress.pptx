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60020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最小対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(同定プール)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特徴fの例文ペア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1168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14600" y="2286000"/>
            <a:ext cx="141732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SAE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(凍結)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2286000"/>
            <a:ext cx="1828800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feature spec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強める/弱める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活性の平均リスト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66560" y="2286000"/>
            <a:ext cx="1737360" cy="105156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編集器 editor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(学習・EF基盤)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807208"/>
            <a:ext cx="502920" cy="0"/>
          </a:xfrm>
          <a:prstGeom prst="line">
            <a:avLst/>
          </a:prstGeom>
          <a:ln w="27940">
            <a:solidFill>
              <a:srgbClr val="0E7C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2286000"/>
            <a:ext cx="246888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 層Lの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residual streamに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Δhを加算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+Δh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3337560"/>
            <a:ext cx="0" cy="50292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272E"/>
                </a:solidFill>
                <a:latin typeface="Meiryo"/>
              </a:rPr>
              <a:t>編集後の文(凍結LMが生成)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337560"/>
            <a:ext cx="4251960" cy="1005840"/>
          </a:xfrm>
          <a:prstGeom prst="line">
            <a:avLst/>
          </a:prstGeom>
          <a:ln w="27940">
            <a:prstDash val="dash"/>
            <a:solidFill>
              <a:srgbClr val="8A92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29E"/>
                </a:solidFill>
                <a:latin typeface="Meiryo"/>
              </a:rPr>
              <a:t>LinguaLens: 編集器を通さず活性値を直接書き換え(0/10に固定)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ポイント: スペックは特徴ごとに事前に用意(同定プールの平均)— 評価する文からは作らない。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編集器は「どこを・どれだけ直すか」を文とスペックから自分で決める。テキストは凍結LM自身が出す。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 LLM2Vec学習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Gemma-2-2Bを双方向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エンコーダ化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554480"/>
            <a:ext cx="3108960" cy="192024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② 合成データ作成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きれいな文をわざと壊す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個数=幾何分布/種類=重み付き抽選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場所=削除は壊れにくい語優先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①のモデルで自然さを採点し選別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③ EF基盤の学習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壊れた文→元の文へ戻す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編集操作(挿入/削除/置換)を学習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298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④ 最終編集器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出力をΔhに付け替え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凍結LM越しの損失で学習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(スペック誤り時は「編集しない」も教師)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319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壊し方の3要素(いくつ・どの種類・どこ)を確率的に決め、多様な編集パターンを網羅。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スペックは壊す前後の文のSAE差分から自動で作る — 人手ラベル不要。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編集される箇所だけ(局所)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